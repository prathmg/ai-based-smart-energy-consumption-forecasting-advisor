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esh gangode" userId="9eb3db153564d149" providerId="LiveId" clId="{10C75185-8F21-4AF6-A0B6-DB948D628DAA}"/>
    <pc:docChg chg="undo custSel addSld delSld modSld">
      <pc:chgData name="prathamesh gangode" userId="9eb3db153564d149" providerId="LiveId" clId="{10C75185-8F21-4AF6-A0B6-DB948D628DAA}" dt="2026-09-10T16:35:51.914" v="228" actId="27636"/>
      <pc:docMkLst>
        <pc:docMk/>
      </pc:docMkLst>
      <pc:sldChg chg="modSp mod">
        <pc:chgData name="prathamesh gangode" userId="9eb3db153564d149" providerId="LiveId" clId="{10C75185-8F21-4AF6-A0B6-DB948D628DAA}" dt="2026-09-10T16:34:29.444" v="211" actId="6549"/>
        <pc:sldMkLst>
          <pc:docMk/>
          <pc:sldMk cId="365940147" sldId="256"/>
        </pc:sldMkLst>
        <pc:spChg chg="mod">
          <ac:chgData name="prathamesh gangode" userId="9eb3db153564d149" providerId="LiveId" clId="{10C75185-8F21-4AF6-A0B6-DB948D628DAA}" dt="2026-09-10T16:34:29.444" v="211" actId="6549"/>
          <ac:spMkLst>
            <pc:docMk/>
            <pc:sldMk cId="365940147" sldId="256"/>
            <ac:spMk id="2" creationId="{C454B043-BE6F-DDDF-BCA2-60DAF4C41227}"/>
          </ac:spMkLst>
        </pc:spChg>
      </pc:sldChg>
      <pc:sldChg chg="modSp mod">
        <pc:chgData name="prathamesh gangode" userId="9eb3db153564d149" providerId="LiveId" clId="{10C75185-8F21-4AF6-A0B6-DB948D628DAA}" dt="2026-09-10T16:34:44.630" v="212" actId="404"/>
        <pc:sldMkLst>
          <pc:docMk/>
          <pc:sldMk cId="1709271046" sldId="257"/>
        </pc:sldMkLst>
        <pc:spChg chg="mod">
          <ac:chgData name="prathamesh gangode" userId="9eb3db153564d149" providerId="LiveId" clId="{10C75185-8F21-4AF6-A0B6-DB948D628DAA}" dt="2026-09-10T16:34:44.630" v="212" actId="404"/>
          <ac:spMkLst>
            <pc:docMk/>
            <pc:sldMk cId="1709271046" sldId="257"/>
            <ac:spMk id="3" creationId="{36749449-F3BC-8079-19E2-F401CF9F5DDC}"/>
          </ac:spMkLst>
        </pc:spChg>
      </pc:sldChg>
      <pc:sldChg chg="modSp mod">
        <pc:chgData name="prathamesh gangode" userId="9eb3db153564d149" providerId="LiveId" clId="{10C75185-8F21-4AF6-A0B6-DB948D628DAA}" dt="2026-09-10T16:34:50.567" v="213" actId="404"/>
        <pc:sldMkLst>
          <pc:docMk/>
          <pc:sldMk cId="4084550887" sldId="258"/>
        </pc:sldMkLst>
        <pc:spChg chg="mod">
          <ac:chgData name="prathamesh gangode" userId="9eb3db153564d149" providerId="LiveId" clId="{10C75185-8F21-4AF6-A0B6-DB948D628DAA}" dt="2026-09-10T16:34:50.567" v="213" actId="404"/>
          <ac:spMkLst>
            <pc:docMk/>
            <pc:sldMk cId="4084550887" sldId="258"/>
            <ac:spMk id="3" creationId="{EAE31EA9-B8E3-0941-BCDB-316DA744B1DA}"/>
          </ac:spMkLst>
        </pc:spChg>
      </pc:sldChg>
      <pc:sldChg chg="addSp delSp modSp mod">
        <pc:chgData name="prathamesh gangode" userId="9eb3db153564d149" providerId="LiveId" clId="{10C75185-8F21-4AF6-A0B6-DB948D628DAA}" dt="2026-09-10T16:34:56.239" v="214" actId="404"/>
        <pc:sldMkLst>
          <pc:docMk/>
          <pc:sldMk cId="266474288" sldId="259"/>
        </pc:sldMkLst>
        <pc:spChg chg="add del mod">
          <ac:chgData name="prathamesh gangode" userId="9eb3db153564d149" providerId="LiveId" clId="{10C75185-8F21-4AF6-A0B6-DB948D628DAA}" dt="2026-09-10T16:34:56.239" v="214" actId="404"/>
          <ac:spMkLst>
            <pc:docMk/>
            <pc:sldMk cId="266474288" sldId="259"/>
            <ac:spMk id="3" creationId="{53A58F0A-71C2-5CE9-74D1-619001D3FF19}"/>
          </ac:spMkLst>
        </pc:spChg>
        <pc:picChg chg="add del mod ord">
          <ac:chgData name="prathamesh gangode" userId="9eb3db153564d149" providerId="LiveId" clId="{10C75185-8F21-4AF6-A0B6-DB948D628DAA}" dt="2026-09-10T16:14:41.810" v="4" actId="22"/>
          <ac:picMkLst>
            <pc:docMk/>
            <pc:sldMk cId="266474288" sldId="259"/>
            <ac:picMk id="5" creationId="{10B944E5-C8B7-DA10-BE23-2ACCA7E2FE81}"/>
          </ac:picMkLst>
        </pc:picChg>
      </pc:sldChg>
      <pc:sldChg chg="addSp delSp modSp new mod">
        <pc:chgData name="prathamesh gangode" userId="9eb3db153564d149" providerId="LiveId" clId="{10C75185-8F21-4AF6-A0B6-DB948D628DAA}" dt="2026-09-10T16:35:19.822" v="217" actId="20577"/>
        <pc:sldMkLst>
          <pc:docMk/>
          <pc:sldMk cId="679426841" sldId="260"/>
        </pc:sldMkLst>
        <pc:spChg chg="del">
          <ac:chgData name="prathamesh gangode" userId="9eb3db153564d149" providerId="LiveId" clId="{10C75185-8F21-4AF6-A0B6-DB948D628DAA}" dt="2026-09-10T16:15:32.694" v="23" actId="21"/>
          <ac:spMkLst>
            <pc:docMk/>
            <pc:sldMk cId="679426841" sldId="260"/>
            <ac:spMk id="2" creationId="{2D03AE41-7AF9-4DCC-643F-5A1A0E0E859C}"/>
          </ac:spMkLst>
        </pc:spChg>
        <pc:spChg chg="del mod">
          <ac:chgData name="prathamesh gangode" userId="9eb3db153564d149" providerId="LiveId" clId="{10C75185-8F21-4AF6-A0B6-DB948D628DAA}" dt="2026-09-10T16:16:21.995" v="25"/>
          <ac:spMkLst>
            <pc:docMk/>
            <pc:sldMk cId="679426841" sldId="260"/>
            <ac:spMk id="3" creationId="{2CD25A6C-9622-2EA5-7DB5-F443E3C32C9E}"/>
          </ac:spMkLst>
        </pc:spChg>
        <pc:spChg chg="add mod">
          <ac:chgData name="prathamesh gangode" userId="9eb3db153564d149" providerId="LiveId" clId="{10C75185-8F21-4AF6-A0B6-DB948D628DAA}" dt="2026-09-10T16:35:19.822" v="217" actId="20577"/>
          <ac:spMkLst>
            <pc:docMk/>
            <pc:sldMk cId="679426841" sldId="260"/>
            <ac:spMk id="5" creationId="{6BA17E73-9DFD-9BC8-EF14-65327CF14BA6}"/>
          </ac:spMkLst>
        </pc:spChg>
        <pc:graphicFrameChg chg="add mod">
          <ac:chgData name="prathamesh gangode" userId="9eb3db153564d149" providerId="LiveId" clId="{10C75185-8F21-4AF6-A0B6-DB948D628DAA}" dt="2026-09-10T16:17:57.408" v="54" actId="1076"/>
          <ac:graphicFrameMkLst>
            <pc:docMk/>
            <pc:sldMk cId="679426841" sldId="260"/>
            <ac:graphicFrameMk id="4" creationId="{D5EBBEC1-09E4-7297-84B6-45C8DA211EE8}"/>
          </ac:graphicFrameMkLst>
        </pc:graphicFrameChg>
      </pc:sldChg>
      <pc:sldChg chg="addSp delSp modSp new mod">
        <pc:chgData name="prathamesh gangode" userId="9eb3db153564d149" providerId="LiveId" clId="{10C75185-8F21-4AF6-A0B6-DB948D628DAA}" dt="2026-09-10T16:35:36.493" v="225" actId="20577"/>
        <pc:sldMkLst>
          <pc:docMk/>
          <pc:sldMk cId="3622869399" sldId="261"/>
        </pc:sldMkLst>
        <pc:spChg chg="del">
          <ac:chgData name="prathamesh gangode" userId="9eb3db153564d149" providerId="LiveId" clId="{10C75185-8F21-4AF6-A0B6-DB948D628DAA}" dt="2026-09-10T16:18:41.254" v="64" actId="21"/>
          <ac:spMkLst>
            <pc:docMk/>
            <pc:sldMk cId="3622869399" sldId="261"/>
            <ac:spMk id="2" creationId="{241C7A4D-7B73-A150-7E66-3842BB1844C9}"/>
          </ac:spMkLst>
        </pc:spChg>
        <pc:spChg chg="del">
          <ac:chgData name="prathamesh gangode" userId="9eb3db153564d149" providerId="LiveId" clId="{10C75185-8F21-4AF6-A0B6-DB948D628DAA}" dt="2026-09-10T16:18:42.472" v="65"/>
          <ac:spMkLst>
            <pc:docMk/>
            <pc:sldMk cId="3622869399" sldId="261"/>
            <ac:spMk id="3" creationId="{5C7479B3-1291-C297-6B20-F429D009977B}"/>
          </ac:spMkLst>
        </pc:spChg>
        <pc:spChg chg="add mod">
          <ac:chgData name="prathamesh gangode" userId="9eb3db153564d149" providerId="LiveId" clId="{10C75185-8F21-4AF6-A0B6-DB948D628DAA}" dt="2026-09-10T16:35:36.493" v="225" actId="20577"/>
          <ac:spMkLst>
            <pc:docMk/>
            <pc:sldMk cId="3622869399" sldId="261"/>
            <ac:spMk id="4" creationId="{241C7A4D-7B73-A150-7E66-3842BB1844C9}"/>
          </ac:spMkLst>
        </pc:spChg>
        <pc:graphicFrameChg chg="add mod modGraphic">
          <ac:chgData name="prathamesh gangode" userId="9eb3db153564d149" providerId="LiveId" clId="{10C75185-8F21-4AF6-A0B6-DB948D628DAA}" dt="2026-09-10T16:35:29.494" v="218" actId="1076"/>
          <ac:graphicFrameMkLst>
            <pc:docMk/>
            <pc:sldMk cId="3622869399" sldId="261"/>
            <ac:graphicFrameMk id="5" creationId="{65CF48C4-6170-9C17-0DFD-60F983804C25}"/>
          </ac:graphicFrameMkLst>
        </pc:graphicFrameChg>
      </pc:sldChg>
      <pc:sldChg chg="delSp modSp new mod">
        <pc:chgData name="prathamesh gangode" userId="9eb3db153564d149" providerId="LiveId" clId="{10C75185-8F21-4AF6-A0B6-DB948D628DAA}" dt="2026-09-10T16:31:33.022" v="189" actId="255"/>
        <pc:sldMkLst>
          <pc:docMk/>
          <pc:sldMk cId="558840940" sldId="262"/>
        </pc:sldMkLst>
        <pc:spChg chg="del">
          <ac:chgData name="prathamesh gangode" userId="9eb3db153564d149" providerId="LiveId" clId="{10C75185-8F21-4AF6-A0B6-DB948D628DAA}" dt="2026-09-10T16:21:15.038" v="95" actId="21"/>
          <ac:spMkLst>
            <pc:docMk/>
            <pc:sldMk cId="558840940" sldId="262"/>
            <ac:spMk id="2" creationId="{7B201A29-8113-38C0-D1B1-DF75FF77BB3E}"/>
          </ac:spMkLst>
        </pc:spChg>
        <pc:spChg chg="mod">
          <ac:chgData name="prathamesh gangode" userId="9eb3db153564d149" providerId="LiveId" clId="{10C75185-8F21-4AF6-A0B6-DB948D628DAA}" dt="2026-09-10T16:31:33.022" v="189" actId="255"/>
          <ac:spMkLst>
            <pc:docMk/>
            <pc:sldMk cId="558840940" sldId="262"/>
            <ac:spMk id="3" creationId="{4A0358E2-D21A-CA14-604D-828AB85518B5}"/>
          </ac:spMkLst>
        </pc:spChg>
      </pc:sldChg>
      <pc:sldChg chg="new del">
        <pc:chgData name="prathamesh gangode" userId="9eb3db153564d149" providerId="LiveId" clId="{10C75185-8F21-4AF6-A0B6-DB948D628DAA}" dt="2026-09-10T16:21:10.163" v="93" actId="680"/>
        <pc:sldMkLst>
          <pc:docMk/>
          <pc:sldMk cId="2534017846" sldId="262"/>
        </pc:sldMkLst>
      </pc:sldChg>
      <pc:sldChg chg="addSp delSp modSp new mod">
        <pc:chgData name="prathamesh gangode" userId="9eb3db153564d149" providerId="LiveId" clId="{10C75185-8F21-4AF6-A0B6-DB948D628DAA}" dt="2026-09-10T16:35:51.914" v="228" actId="27636"/>
        <pc:sldMkLst>
          <pc:docMk/>
          <pc:sldMk cId="81919726" sldId="263"/>
        </pc:sldMkLst>
        <pc:spChg chg="del">
          <ac:chgData name="prathamesh gangode" userId="9eb3db153564d149" providerId="LiveId" clId="{10C75185-8F21-4AF6-A0B6-DB948D628DAA}" dt="2026-09-10T16:22:28.430" v="107" actId="21"/>
          <ac:spMkLst>
            <pc:docMk/>
            <pc:sldMk cId="81919726" sldId="263"/>
            <ac:spMk id="2" creationId="{8D42E53D-B2CA-3EF2-A8E7-6EFF1C55CCEC}"/>
          </ac:spMkLst>
        </pc:spChg>
        <pc:spChg chg="del mod">
          <ac:chgData name="prathamesh gangode" userId="9eb3db153564d149" providerId="LiveId" clId="{10C75185-8F21-4AF6-A0B6-DB948D628DAA}" dt="2026-09-10T16:22:33.868" v="109"/>
          <ac:spMkLst>
            <pc:docMk/>
            <pc:sldMk cId="81919726" sldId="263"/>
            <ac:spMk id="3" creationId="{B6692602-2056-7B8D-94F8-7E7DAFA9DFF7}"/>
          </ac:spMkLst>
        </pc:spChg>
        <pc:spChg chg="add del mod">
          <ac:chgData name="prathamesh gangode" userId="9eb3db153564d149" providerId="LiveId" clId="{10C75185-8F21-4AF6-A0B6-DB948D628DAA}" dt="2026-09-10T16:22:35.258" v="110"/>
          <ac:spMkLst>
            <pc:docMk/>
            <pc:sldMk cId="81919726" sldId="263"/>
            <ac:spMk id="4" creationId="{8D42E53D-B2CA-3EF2-A8E7-6EFF1C55CCEC}"/>
          </ac:spMkLst>
        </pc:spChg>
        <pc:spChg chg="add mod">
          <ac:chgData name="prathamesh gangode" userId="9eb3db153564d149" providerId="LiveId" clId="{10C75185-8F21-4AF6-A0B6-DB948D628DAA}" dt="2026-09-10T16:35:51.914" v="228" actId="27636"/>
          <ac:spMkLst>
            <pc:docMk/>
            <pc:sldMk cId="81919726" sldId="263"/>
            <ac:spMk id="5" creationId="{A76DEB0D-5C8B-0327-22CE-6B813B9C4F1B}"/>
          </ac:spMkLst>
        </pc:spChg>
      </pc:sldChg>
      <pc:sldChg chg="addSp delSp modSp new mod">
        <pc:chgData name="prathamesh gangode" userId="9eb3db153564d149" providerId="LiveId" clId="{10C75185-8F21-4AF6-A0B6-DB948D628DAA}" dt="2026-09-10T16:32:31.072" v="199" actId="1076"/>
        <pc:sldMkLst>
          <pc:docMk/>
          <pc:sldMk cId="3956358885" sldId="264"/>
        </pc:sldMkLst>
        <pc:spChg chg="del">
          <ac:chgData name="prathamesh gangode" userId="9eb3db153564d149" providerId="LiveId" clId="{10C75185-8F21-4AF6-A0B6-DB948D628DAA}" dt="2026-09-10T16:23:32.092" v="128" actId="21"/>
          <ac:spMkLst>
            <pc:docMk/>
            <pc:sldMk cId="3956358885" sldId="264"/>
            <ac:spMk id="2" creationId="{05D98CB4-8D80-A73F-0EAD-4F4BA5A3BFA5}"/>
          </ac:spMkLst>
        </pc:spChg>
        <pc:spChg chg="del mod">
          <ac:chgData name="prathamesh gangode" userId="9eb3db153564d149" providerId="LiveId" clId="{10C75185-8F21-4AF6-A0B6-DB948D628DAA}" dt="2026-09-10T16:23:50.123" v="130" actId="931"/>
          <ac:spMkLst>
            <pc:docMk/>
            <pc:sldMk cId="3956358885" sldId="264"/>
            <ac:spMk id="3" creationId="{0A29DE9B-57FB-D5FA-380F-68CB3D109611}"/>
          </ac:spMkLst>
        </pc:spChg>
        <pc:spChg chg="add mod">
          <ac:chgData name="prathamesh gangode" userId="9eb3db153564d149" providerId="LiveId" clId="{10C75185-8F21-4AF6-A0B6-DB948D628DAA}" dt="2026-09-10T16:32:31.072" v="199" actId="1076"/>
          <ac:spMkLst>
            <pc:docMk/>
            <pc:sldMk cId="3956358885" sldId="264"/>
            <ac:spMk id="7" creationId="{8E7637C2-2562-B184-CC8B-92443F7349E8}"/>
          </ac:spMkLst>
        </pc:spChg>
        <pc:picChg chg="add mod">
          <ac:chgData name="prathamesh gangode" userId="9eb3db153564d149" providerId="LiveId" clId="{10C75185-8F21-4AF6-A0B6-DB948D628DAA}" dt="2026-09-10T16:32:11.526" v="195" actId="1076"/>
          <ac:picMkLst>
            <pc:docMk/>
            <pc:sldMk cId="3956358885" sldId="264"/>
            <ac:picMk id="5" creationId="{07E13D01-78CF-D8A3-482D-7BB006ECF314}"/>
          </ac:picMkLst>
        </pc:picChg>
      </pc:sldChg>
      <pc:sldChg chg="delSp modSp new mod">
        <pc:chgData name="prathamesh gangode" userId="9eb3db153564d149" providerId="LiveId" clId="{10C75185-8F21-4AF6-A0B6-DB948D628DAA}" dt="2026-09-10T16:32:45.056" v="200" actId="255"/>
        <pc:sldMkLst>
          <pc:docMk/>
          <pc:sldMk cId="3761871674" sldId="265"/>
        </pc:sldMkLst>
        <pc:spChg chg="del">
          <ac:chgData name="prathamesh gangode" userId="9eb3db153564d149" providerId="LiveId" clId="{10C75185-8F21-4AF6-A0B6-DB948D628DAA}" dt="2026-09-10T16:24:14.495" v="138" actId="21"/>
          <ac:spMkLst>
            <pc:docMk/>
            <pc:sldMk cId="3761871674" sldId="265"/>
            <ac:spMk id="2" creationId="{D5B8FBEB-4C5A-7E44-CC9F-56894ACC40B3}"/>
          </ac:spMkLst>
        </pc:spChg>
        <pc:spChg chg="mod">
          <ac:chgData name="prathamesh gangode" userId="9eb3db153564d149" providerId="LiveId" clId="{10C75185-8F21-4AF6-A0B6-DB948D628DAA}" dt="2026-09-10T16:32:45.056" v="200" actId="255"/>
          <ac:spMkLst>
            <pc:docMk/>
            <pc:sldMk cId="3761871674" sldId="265"/>
            <ac:spMk id="3" creationId="{9B53228B-1188-6A93-716E-6F511977B2F1}"/>
          </ac:spMkLst>
        </pc:spChg>
      </pc:sldChg>
      <pc:sldChg chg="addSp delSp modSp new mod">
        <pc:chgData name="prathamesh gangode" userId="9eb3db153564d149" providerId="LiveId" clId="{10C75185-8F21-4AF6-A0B6-DB948D628DAA}" dt="2026-09-10T16:32:56.571" v="202" actId="255"/>
        <pc:sldMkLst>
          <pc:docMk/>
          <pc:sldMk cId="2917722184" sldId="266"/>
        </pc:sldMkLst>
        <pc:spChg chg="del">
          <ac:chgData name="prathamesh gangode" userId="9eb3db153564d149" providerId="LiveId" clId="{10C75185-8F21-4AF6-A0B6-DB948D628DAA}" dt="2026-09-10T16:26:09.456" v="155" actId="21"/>
          <ac:spMkLst>
            <pc:docMk/>
            <pc:sldMk cId="2917722184" sldId="266"/>
            <ac:spMk id="2" creationId="{8E4232CF-5B8F-AD90-2F67-CBB3F9A43A33}"/>
          </ac:spMkLst>
        </pc:spChg>
        <pc:spChg chg="del mod">
          <ac:chgData name="prathamesh gangode" userId="9eb3db153564d149" providerId="LiveId" clId="{10C75185-8F21-4AF6-A0B6-DB948D628DAA}" dt="2026-09-10T16:26:13.831" v="157"/>
          <ac:spMkLst>
            <pc:docMk/>
            <pc:sldMk cId="2917722184" sldId="266"/>
            <ac:spMk id="3" creationId="{C674A013-5D4E-ECC0-6749-F321973231B9}"/>
          </ac:spMkLst>
        </pc:spChg>
        <pc:spChg chg="add mod">
          <ac:chgData name="prathamesh gangode" userId="9eb3db153564d149" providerId="LiveId" clId="{10C75185-8F21-4AF6-A0B6-DB948D628DAA}" dt="2026-09-10T16:32:56.571" v="202" actId="255"/>
          <ac:spMkLst>
            <pc:docMk/>
            <pc:sldMk cId="2917722184" sldId="266"/>
            <ac:spMk id="4" creationId="{8E4232CF-5B8F-AD90-2F67-CBB3F9A43A33}"/>
          </ac:spMkLst>
        </pc:spChg>
      </pc:sldChg>
      <pc:sldChg chg="modSp new mod">
        <pc:chgData name="prathamesh gangode" userId="9eb3db153564d149" providerId="LiveId" clId="{10C75185-8F21-4AF6-A0B6-DB948D628DAA}" dt="2026-09-10T16:33:15.152" v="207" actId="113"/>
        <pc:sldMkLst>
          <pc:docMk/>
          <pc:sldMk cId="2611763440" sldId="267"/>
        </pc:sldMkLst>
        <pc:spChg chg="mod">
          <ac:chgData name="prathamesh gangode" userId="9eb3db153564d149" providerId="LiveId" clId="{10C75185-8F21-4AF6-A0B6-DB948D628DAA}" dt="2026-09-10T16:33:15.152" v="207" actId="113"/>
          <ac:spMkLst>
            <pc:docMk/>
            <pc:sldMk cId="2611763440" sldId="267"/>
            <ac:spMk id="2" creationId="{E4131A3B-810F-0B96-F5E5-72DD359FE018}"/>
          </ac:spMkLst>
        </pc:spChg>
        <pc:spChg chg="mod">
          <ac:chgData name="prathamesh gangode" userId="9eb3db153564d149" providerId="LiveId" clId="{10C75185-8F21-4AF6-A0B6-DB948D628DAA}" dt="2026-09-10T16:30:07.883" v="185" actId="2711"/>
          <ac:spMkLst>
            <pc:docMk/>
            <pc:sldMk cId="2611763440" sldId="267"/>
            <ac:spMk id="3" creationId="{B72B385D-BCCE-AF88-66FF-A1F525CB57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97159-9854-478E-91E5-07BE2A1E454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4C45C-F126-4341-8156-5A0028F33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8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2446-BEB5-99AE-FB14-8BC2E2451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CD4AD-1275-758A-AD2E-7D35B7CAF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E3589-075F-EE85-6299-DC3E1637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6FAEE-72E4-4617-9298-42B34A75F8F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9BC84-82D7-F175-4D41-E8C5BF36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AF56A-1C26-75D0-6F2E-0CB08EC7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3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1057-0A52-E383-F47D-5F531C65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4674B-17E3-F5F2-516B-FA8FFC1BA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06056-4023-619A-F89D-72BBA5C7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2DB6-669F-43B6-BDEA-E3C61CC2D23F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746CC-A30F-5A71-E2C8-508E7DCA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6F76D-4A0F-865A-EB67-5448AD89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1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B7F5-ADF8-92A6-E381-857FF43D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B0F68-5B02-8F2C-3DB3-2027C88CD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5154D-3BE4-D227-1A59-7FD036C9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F5F5-64FE-4F1A-9AB6-1687CF445501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D9F9-56D8-9BAC-8C6B-26D675C4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D85D5-907A-C151-7B52-1A2A41FF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4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E3F1-FB2F-F37D-76FB-7055863D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C0112-55CB-D9AB-069C-911452208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89C29-85D3-E385-EB15-5FE4277F4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8DFDE-B035-8ABE-75AE-3605237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C06C8-F4F3-48ED-9107-59E143F5764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9B69E-BF32-10F8-4C8E-F4B1238B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C0DCF-6AF4-B071-CC0D-8FD6A9C8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9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3774-4387-3832-1E23-917C7861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9650B-CD2C-7E95-74F4-0030EBEEF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1ACC7-736E-938B-BD9C-25CE69526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25137-F311-5F9D-F72A-2EA5C3D1A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2BF19-07C1-8DC3-5A69-FF3ED4E65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CB05E-A44F-B5E9-B61A-E4DD03E3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C6FE-6355-4B77-BC80-D0228B055B50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1E6CF-B86F-B131-8D60-1EAD75E2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70F23-E602-5A2A-2FF7-522358F5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4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8DA1-A520-E653-C33E-76A0AFD1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A3F3B-4E73-C181-C386-7ED388AA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7F25F-E15F-4451-BF02-E695D70A5DD5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DE1DD-5A8B-0454-C6AA-636CC806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6D097-7B96-639A-0618-8CDF615F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E52D6-0350-D4A7-F1C3-8F3F87C0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58BC-2FE5-4B1F-B27E-A2099619AAEB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6B475-4B66-A7E6-71E5-7E24B226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95CDE-2743-E22C-2D73-E1DB7FBA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5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95A1-FC80-3462-B234-39D74008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5D854-9169-4D3E-36D6-529B53BDD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A0457-82BD-5CB3-CA53-B008D4BCC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D82B1-88CB-A71D-770E-E0A9A5B2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3509-9028-4F3A-91F2-3E3AA14C86C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D1677-9168-5190-1AAD-FE0A90CC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56D51-3EC1-1681-23E7-7E68602E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0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2114-FDB6-C4C3-A6B2-91395FA4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1DC0D-ABFE-659F-D667-77459D814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A9B1A-0243-A0EA-38D4-1BC4B307B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C6DD4-BE52-0A8A-9147-94AD58CE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DBF9-689A-4FA8-874E-5F440A4E5960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6ADD-1963-077F-C096-B89A7F58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7D046-692E-DEF0-0766-5E493843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6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BEF0-338D-423B-5C5D-5673B5B5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17D7-C119-87AD-63B5-30A7826E2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AAD1D-6429-5B73-A76B-EDF21A06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4219-1EC1-4D1B-9AF7-A5171A44C98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E430E-2733-1D78-231B-0487AD70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4D4A-0BA1-CE75-0136-CCDF41D9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0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6DF7D-BEAE-FAA4-F901-31F41D499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250E9-D88E-ADA7-B213-9315B68C0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D78DD-A5F5-1116-D428-E4895066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C04D-C45D-4A71-9E60-BAFF385C9F1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03189-834F-A8AB-A044-5E7E3E98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58EAE-0F9A-B3AF-4F8E-79BD8328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8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02DE9-2F8D-8177-B6B1-073D5DAB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951AD-72D2-0301-8CF9-D4D75C71F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67913-A925-EF04-C92F-589CDD4BE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67186-78CA-4FA7-A4B9-F462B29E458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B54F-B8E9-C15C-0A7A-7F599FF3E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F893C-B139-2698-037B-737E30FD8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950D1-9BAD-48C3-BB04-A496A056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4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thmg/AI-Based-Smart-Energy-Consumption-Forecasting-Advis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B043-BE6F-DDDF-BCA2-60DAF4C4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3271"/>
            <a:ext cx="9303327" cy="509140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Energy Consumption Forecasting &amp; Advisor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Gangode Prathmesh Raghunath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1M1B AI for Sustainability Virtual Internship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collaboration with: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IBM Skills Build &amp; AICTE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C050-C4A1-D0EC-6498-F4993CFC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0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9449-F3BC-8079-19E2-F401CF9F5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509"/>
            <a:ext cx="10515600" cy="5844454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is increasing across homes, educational institutions, offices, and other buildings.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users often lack a simple way to: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their energy consumption patterns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energy demand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unusually high consumption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peak-demand periods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timely action to reduce unnecessary energy usage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786E-13C9-A983-F89A-0484C1C2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7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1EA9-B8E3-0941-BCDB-316DA744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82"/>
            <a:ext cx="10515600" cy="604188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Energy Advisor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Machine Learning, anomaly detection, and decision-support recommendations.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/ generate energy consumption data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energy usage patterns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multiple ML models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best-performing model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energy consumption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unusual consumption patterns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simple energy-saving recommendations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through an interactive dashboard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06E65-2133-F599-B8EB-B384AFB6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5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58F0A-71C2-5CE9-74D1-619001D3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36"/>
            <a:ext cx="10515600" cy="598992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Technologies Used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Development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Collab 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E279-9147-1472-A086-055CC2A2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EBBEC1-09E4-7297-84B6-45C8DA211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072816"/>
              </p:ext>
            </p:extLst>
          </p:nvPr>
        </p:nvGraphicFramePr>
        <p:xfrm>
          <a:off x="93518" y="1388392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239821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668040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92465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8381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472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Random Forest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1.77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2.25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0.958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34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513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6419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BA17E73-9DFD-9BC8-EF14-65327CF1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9943"/>
            <a:ext cx="112741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regression models were trained and evaluated: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achieved the lowest MAE and RMSE and the highest R² among the tested models.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≈ 0.958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captured most of the variation in the test dataset.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4CC63-839D-5907-97D3-BBC2C558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2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1C7A4D-7B73-A150-7E66-3842BB18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727"/>
            <a:ext cx="10515600" cy="5865236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&amp; Anomaly Detection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Random Forest model identified the following as the strongest features: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CF48C4-6170-9C17-0DFD-60F983804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720479"/>
              </p:ext>
            </p:extLst>
          </p:nvPr>
        </p:nvGraphicFramePr>
        <p:xfrm>
          <a:off x="1097972" y="1393166"/>
          <a:ext cx="9594273" cy="3248994"/>
        </p:xfrm>
        <a:graphic>
          <a:graphicData uri="http://schemas.openxmlformats.org/drawingml/2006/table">
            <a:tbl>
              <a:tblPr/>
              <a:tblGrid>
                <a:gridCol w="3308422">
                  <a:extLst>
                    <a:ext uri="{9D8B030D-6E8A-4147-A177-3AD203B41FA5}">
                      <a16:colId xmlns:a16="http://schemas.microsoft.com/office/drawing/2014/main" val="3163968967"/>
                    </a:ext>
                  </a:extLst>
                </a:gridCol>
                <a:gridCol w="6285851">
                  <a:extLst>
                    <a:ext uri="{9D8B030D-6E8A-4147-A177-3AD203B41FA5}">
                      <a16:colId xmlns:a16="http://schemas.microsoft.com/office/drawing/2014/main" val="421024936"/>
                    </a:ext>
                  </a:extLst>
                </a:gridCol>
              </a:tblGrid>
              <a:tr h="541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244608"/>
                  </a:ext>
                </a:extLst>
              </a:tr>
              <a:tr h="541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Occupancy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393820"/>
                  </a:ext>
                </a:extLst>
              </a:tr>
              <a:tr h="541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Previous Day Consumption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938656"/>
                  </a:ext>
                </a:extLst>
              </a:tr>
              <a:tr h="541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555114"/>
                  </a:ext>
                </a:extLst>
              </a:tr>
              <a:tr h="541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Hour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896850"/>
                  </a:ext>
                </a:extLst>
              </a:tr>
              <a:tr h="541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of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93583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9F7E1-065B-8147-6A90-7B223447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6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58E2-D21A-CA14-604D-828AB8551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/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was the strongest feature in the current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strong relationship between building occupancy and energy demand.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8,760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8,584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4F24-FE6E-2F53-CC1F-EEE9724F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0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6DEB0D-5C8B-0327-22CE-6B813B9C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75"/>
            <a:ext cx="10515600" cy="60213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Energy Advisor &amp; Dashboard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simple recommendations based on factors such as: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energy demand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Peak-hour usage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consumption patterns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Gradio dashboard provides: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Prediction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Analytics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Performance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Information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96052-2693-FB25-4333-8F04830D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E13D01-78CF-D8A3-482D-7BB006ECF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852054"/>
            <a:ext cx="10176164" cy="5153891"/>
          </a:xfr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7637C2-2562-B184-CC8B-92443F7349E8}"/>
              </a:ext>
            </a:extLst>
          </p:cNvPr>
          <p:cNvSpPr txBox="1"/>
          <p:nvPr/>
        </p:nvSpPr>
        <p:spPr>
          <a:xfrm>
            <a:off x="667616" y="290034"/>
            <a:ext cx="891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062DD5-5CCA-7855-62A9-534078C0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5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228B-1188-6A93-716E-6F511977B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682"/>
            <a:ext cx="10515600" cy="5813281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smart meters and IoT energy sensors.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Cost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electricity tariffs and estimate future bills.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Energy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solar PV generation forecasting.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advisor accessible through mobile devices.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14DD5-6829-B437-DE2F-1BE2B61A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7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4232CF-5B8F-AD90-2F67-CBB3F9A43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5288"/>
            <a:ext cx="10515600" cy="57816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AI and Machine Learning can be applied to sustainable energy management.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prototype can: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→ Detect → Analyze → Advise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forecasting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analytics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Decision-support recommendations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0D246-7AD0-4785-02F3-B2A7D378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2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A3B-810F-0B96-F5E5-72DD359FE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Links &amp;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B385D-BCCE-AF88-66FF-A1F525CB5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664"/>
            <a:ext cx="10515600" cy="533529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</a:t>
            </a:r>
            <a:br>
              <a:rPr lang="en-US" dirty="0"/>
            </a:br>
            <a:r>
              <a:rPr lang="en-US" dirty="0">
                <a:hlinkClick r:id="rId2"/>
              </a:rPr>
              <a:t>https://github.com/Prathmg/AI-Based-Smart-Energy-Consumption-Forecasting-Advisor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97FD6-D8A6-EF7E-3F06-66AEE9BA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950D1-9BAD-48C3-BB04-A496A0563C0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6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475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AI-Based Smart Energy Consumption Forecasting &amp; Advisor  Presented by: Gangode Prathmesh Raghunath Internship: 1M1B AI for Sustainability Virtual Internship In collaboration with: IBM Skills Build &amp; AICTE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Links &amp;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prathamesh gangode</dc:creator>
  <cp:lastModifiedBy>prathamesh gangode</cp:lastModifiedBy>
  <cp:revision>2</cp:revision>
  <dcterms:created xsi:type="dcterms:W3CDTF">2026-09-10T16:11:05Z</dcterms:created>
  <dcterms:modified xsi:type="dcterms:W3CDTF">2026-09-10T16:36:04Z</dcterms:modified>
</cp:coreProperties>
</file>